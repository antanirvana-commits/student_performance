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StudentPerformanceFactors.csv (uploaded dataset).
Source: Final Project Double Class - Nalar Bootcamp.pdf (assignment requirements).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StudentPerformanceFactors.csv (uploaded dataset).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StudentPerformanceFactors.csv (uploaded dataset).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Final Project Double Class - Nalar Bootcamp.pdf (assignment requirements).
Source: StudentPerformanceFactors.csv (uploaded dataset).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metrics.json generated from StudentPerformanceFactors.csv.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metrics.json and evaluation figures generated from StudentPerformanceFactors.csv.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project source code files inside zip package.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Final Project Double Class - Nalar Bootcamp.pdf (presentation requirements).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1457432" cy="54864"/>
          </a:xfrm>
          <a:prstGeom prst="rect">
            <a:avLst/>
          </a:prstGeom>
          <a:noFill/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Performance Risk Classifier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9536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Nalar Bootcamp Final Project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932688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pic>
        <p:nvPicPr>
          <p:cNvPr id="4" name="Image 0" descr="/mnt/data/student_performance_final_project/artifacts/figures/hours_vs_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370" y="1188720"/>
            <a:ext cx="1760220" cy="1280160"/>
          </a:xfrm>
          <a:prstGeom prst="rect">
            <a:avLst/>
          </a:prstGeom>
        </p:spPr>
      </p:pic>
      <p:pic>
        <p:nvPicPr>
          <p:cNvPr id="5" name="Image 1" descr="/mnt/data/student_performance_final_project/artifacts/figures/attendance_vs_sc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370" y="2697480"/>
            <a:ext cx="1760220" cy="1280160"/>
          </a:xfrm>
          <a:prstGeom prst="rect">
            <a:avLst/>
          </a:prstGeom>
        </p:spPr>
      </p:pic>
      <p:pic>
        <p:nvPicPr>
          <p:cNvPr id="6" name="Image 2" descr="/mnt/data/student_performance_final_project/artifacts/figures/class_distrib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235" y="4206240"/>
            <a:ext cx="1634490" cy="11887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7240" y="12801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Performance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Classifier</a:t>
            </a:r>
            <a:endParaRPr lang="en-US" sz="2800" dirty="0"/>
          </a:p>
        </p:txBody>
      </p:sp>
      <p:sp>
        <p:nvSpPr>
          <p:cNvPr id="8" name="Text 3"/>
          <p:cNvSpPr/>
          <p:nvPr/>
        </p:nvSpPr>
        <p:spPr>
          <a:xfrm>
            <a:off x="804672" y="2743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Project Nalar Bootcamp - klasifikasi performa siswa berbasis machine learning dengan deployment Streamlit.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2296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</a:rPr>
              <a:t>Presenter: Anta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22960" y="4297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</a:rPr>
              <a:t>Dataset: StudentPerformanceFactors.csv (6,607 rows)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22960" y="45994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</a:rPr>
              <a:t>Target: High Performance jika Exam_Score &gt;= 70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Background, Goal, dan Dampak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pendidikan yang diangkat dan alasan project dibuat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521208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1234440"/>
            <a:ext cx="544068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238"/>
                </a:solidFill>
              </a:rPr>
              <a:t>Background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1874520"/>
            <a:ext cx="46177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Sekolah sering terlambat mengenali siswa berisiko.
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Faktor seperti jam belajar, kehadiran, nilai sebelumnya, dan sesi tutoring dapat menjadi sinyal awal.
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Dibutuhkan sistem yang cepat, terukur, dan mudah diakses oleh guru maupun admin sekolah.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550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238"/>
                </a:solidFill>
              </a:rPr>
              <a:t>Goal &amp; Impact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82512" y="1874520"/>
            <a:ext cx="47548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Mengklasifikasikan siswa menjadi High vs Low Performance.
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Memberi dasar intervensi akademik lebih awal.
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• Menyediakan dashboard analitik dan aplikasi prediksi yang dapat di-deploy ke Streamlit.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78992" y="445312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Rows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" y="4654296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6,607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468880" y="43434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33472" y="445312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Columns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33472" y="4654296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20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51960" y="434340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16552" y="445312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16552" y="4654296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Binary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434340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11112" y="445312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Accuracy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11112" y="465429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0.979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138160" y="43434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02752" y="445312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Precision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02752" y="465429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0.977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875520" y="43434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40112" y="4453128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ROC-AUC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40112" y="465429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0.984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dan EDA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Distribusi kelas, hubungan fitur utama, dan korelasi numerik</a:t>
            </a:r>
            <a:endParaRPr lang="en-US" sz="1300" dirty="0"/>
          </a:p>
        </p:txBody>
      </p:sp>
      <p:pic>
        <p:nvPicPr>
          <p:cNvPr id="4" name="Image 0" descr="/mnt/data/student_performance_final_project/artifacts/figures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5" y="1234440"/>
            <a:ext cx="2640330" cy="1920240"/>
          </a:xfrm>
          <a:prstGeom prst="rect">
            <a:avLst/>
          </a:prstGeom>
        </p:spPr>
      </p:pic>
      <p:pic>
        <p:nvPicPr>
          <p:cNvPr id="5" name="Image 1" descr="/mnt/data/student_performance_final_project/artifacts/figures/hours_vs_sc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235" y="1234440"/>
            <a:ext cx="2640330" cy="1920240"/>
          </a:xfrm>
          <a:prstGeom prst="rect">
            <a:avLst/>
          </a:prstGeom>
        </p:spPr>
      </p:pic>
      <p:pic>
        <p:nvPicPr>
          <p:cNvPr id="6" name="Image 2" descr="/mnt/data/student_performance_final_project/artifacts/figures/attendance_vs_sc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455" y="1234440"/>
            <a:ext cx="2640330" cy="1920240"/>
          </a:xfrm>
          <a:prstGeom prst="rect">
            <a:avLst/>
          </a:prstGeom>
        </p:spPr>
      </p:pic>
      <p:pic>
        <p:nvPicPr>
          <p:cNvPr id="7" name="Image 3" descr="/mnt/data/student_performance_final_project/artifacts/figures/correlation_heat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228" y="3611880"/>
            <a:ext cx="2798064" cy="233172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0807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238"/>
                </a:solidFill>
              </a:rPr>
              <a:t>Insight utama</a:t>
            </a:r>
            <a:endParaRPr lang="en-US" sz="2000" dirty="0"/>
          </a:p>
        </p:txBody>
      </p:sp>
      <p:sp>
        <p:nvSpPr>
          <p:cNvPr id="9" name="Text 3"/>
          <p:cNvSpPr/>
          <p:nvPr/>
        </p:nvSpPr>
        <p:spPr>
          <a:xfrm>
            <a:off x="6108192" y="4069080"/>
            <a:ext cx="49377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Distribusi target cukup layak untuk klasifikasi.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Hours Studied dan Attendance memiliki hubungan positif terhadap Exam Score.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Previous Scores dan dukungan belajar juga berkontribusi kuat.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• Hasil EDA dapat langsung dijadikan dashboard Tableau.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kerja dari data mentah hingga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298448" cy="15544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EB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" y="27889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Load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3816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67"/>
                </a:solidFill>
              </a:rPr>
              <a:t>CSV 6,607 baris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67712" y="2286000"/>
            <a:ext cx="1298448" cy="15544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EB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86584" y="27889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Cleaning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50008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67"/>
                </a:solidFill>
              </a:rPr>
              <a:t>Impute missing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03904" y="2286000"/>
            <a:ext cx="1298448" cy="15544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EB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7889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EDA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86200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67"/>
                </a:solidFill>
              </a:rPr>
              <a:t>Plot + insight + Tableau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0096" y="2286000"/>
            <a:ext cx="1298448" cy="15544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EB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58968" y="27889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Targeting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22392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67"/>
                </a:solidFill>
              </a:rPr>
              <a:t>Exam_Score &gt;= 70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76288" y="2286000"/>
            <a:ext cx="1298448" cy="1554480"/>
          </a:xfrm>
          <a:prstGeom prst="roundRect">
            <a:avLst>
              <a:gd name="adj" fmla="val 3521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EB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27889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Modeling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58584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67"/>
                </a:solidFill>
              </a:rPr>
              <a:t>4 model dibandingkan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2286000"/>
            <a:ext cx="1298448" cy="15544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EB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31352" y="27889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94776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67"/>
                </a:solidFill>
              </a:rPr>
              <a:t>Accuracy, Precision, Recall, ROC-AUC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48672" y="2286000"/>
            <a:ext cx="1298448" cy="15544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21824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EB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67544" y="27889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Deployment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030968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67"/>
                </a:solidFill>
              </a:rPr>
              <a:t>Save pipeline + Streamlit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846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Deliverable akhir: model tersimpan, evaluasi, dashboard Tableau-ready, aplikasi Streamlit, Dockerfile, dan deck presentasi.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 model diuji untuk memilih model produksi terbaik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658368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63240" y="1554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8"/>
                </a:solidFill>
              </a:rPr>
              <a:t>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95928" y="1554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8"/>
                </a:solidFill>
              </a:rPr>
              <a:t>Precision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28616" y="1554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8"/>
                </a:solidFill>
              </a:rPr>
              <a:t>Recall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61304" y="1554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8"/>
                </a:solidFill>
              </a:rPr>
              <a:t>ROC-AUC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6172200" cy="566928"/>
          </a:xfrm>
          <a:prstGeom prst="roundRect">
            <a:avLst>
              <a:gd name="adj" fmla="val 4839"/>
            </a:avLst>
          </a:prstGeom>
          <a:solidFill>
            <a:srgbClr val="EA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1122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90672" y="21122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0.979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1122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0.977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21122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0.935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88736" y="211226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0.984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2770632"/>
            <a:ext cx="617220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9169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8"/>
                </a:solidFill>
              </a:rPr>
              <a:t>Gradient Boosting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90672" y="2916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0.933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2916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0.907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2916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0.809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88736" y="2916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0.969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3575304"/>
            <a:ext cx="617220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721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8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90672" y="372160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0.891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372160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0.955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56048" y="372160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0.585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88736" y="372160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0.966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4379976"/>
            <a:ext cx="617220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5262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8"/>
                </a:solidFill>
              </a:rPr>
              <a:t>Neural Network (MLP)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90672" y="45262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0.966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023360" y="45262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0.938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56048" y="45262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0.923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88736" y="45262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0.984</a:t>
            </a:r>
            <a:endParaRPr lang="en-US" sz="1300" dirty="0"/>
          </a:p>
        </p:txBody>
      </p:sp>
      <p:pic>
        <p:nvPicPr>
          <p:cNvPr id="34" name="Image 0" descr="/mnt/data/student_performance_final_project/artifacts/figure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750423"/>
            <a:ext cx="3657600" cy="235131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726680" y="4617720"/>
            <a:ext cx="3566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Model terbaik dipilih berdasarkan ROC-AUC dan stabilitas metrik. Logistic Regression unggul tipis atas MLP dan paling mudah diinterpretasi.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Model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model: Logistic Regression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34416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545336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0.979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14600" y="12344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9192" y="134416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Precision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79192" y="1545336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0.977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12344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62272" y="134416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Recall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2272" y="1545336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0.935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5352" y="134416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F1-Score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45352" y="1545336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0.956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863840" y="12344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28432" y="134416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37F"/>
                </a:solidFill>
              </a:rPr>
              <a:t>ROC-AUC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28432" y="1545336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8"/>
                </a:solidFill>
              </a:rPr>
              <a:t>0.984</a:t>
            </a:r>
            <a:endParaRPr lang="en-US" sz="2200" dirty="0"/>
          </a:p>
        </p:txBody>
      </p:sp>
      <p:pic>
        <p:nvPicPr>
          <p:cNvPr id="19" name="Image 0" descr="/mnt/data/student_performance_final_project/artifacts/figure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2423160"/>
            <a:ext cx="3771900" cy="3017520"/>
          </a:xfrm>
          <a:prstGeom prst="rect">
            <a:avLst/>
          </a:prstGeom>
        </p:spPr>
      </p:pic>
      <p:pic>
        <p:nvPicPr>
          <p:cNvPr id="20" name="Image 1" descr="/mnt/data/student_performance_final_project/artifacts/figures/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35" y="2423160"/>
            <a:ext cx="414909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dan Deployment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sistem dibangun dan dijalankan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Dataset CSV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8892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Preprocessing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ML Pipeline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2376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Saved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6404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Streamlit App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325880" cy="13716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2331720"/>
            <a:ext cx="150876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2331720"/>
            <a:ext cx="15544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2331720"/>
            <a:ext cx="160020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2331720"/>
            <a:ext cx="1737360" cy="1371600"/>
          </a:xfrm>
          <a:prstGeom prst="roundRect">
            <a:avLst>
              <a:gd name="adj" fmla="val 2667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238"/>
                </a:solidFill>
              </a:rPr>
              <a:t>Tech stack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16916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Python, pandas, scikit-learn, joblib, Streamlit, Docker, Tableau-ready CSV.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4206240" cy="685800"/>
          </a:xfrm>
          <a:prstGeom prst="rect">
            <a:avLst/>
          </a:prstGeom>
          <a:solidFill>
            <a:srgbClr val="101820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app/streamlit_app.py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src.train_model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846320"/>
            <a:ext cx="4389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Deployment target: Streamlit Community Cloud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Containerization: Dockerfile ready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Time &amp; Penutup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bisa ditunjukkan saat presentasi 15 menit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4206240" cy="448056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238"/>
                </a:solidFill>
              </a:rPr>
              <a:t>Demo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8992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1. Tunjukkan struktur project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2. Jalankan training model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3. Buka app Streamlit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4. Input profil siswa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5. Tampilkan probabilitas high performance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6. Upload CSV untuk batch prediction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394960" y="1371600"/>
            <a:ext cx="576072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238"/>
                </a:solidFill>
              </a:rPr>
              <a:t>Kesimpulan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0" y="2103120"/>
            <a:ext cx="48920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Project ini memenuhi kebutuhan final project: berbasis machine learning, memiliki EDA, siap untuk Tableau, deployment Streamlit, serta evaluasi model di atas ambang tugas. Paket ZIP sudah menyertakan kode, model, deck presentasi, dan Dockerfile.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EB"/>
                </a:solidFill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Risk Classifier</dc:title>
  <dc:subject>Final Project Presentation</dc:subject>
  <dc:creator>OpenAI</dc:creator>
  <cp:lastModifiedBy>OpenAI</cp:lastModifiedBy>
  <cp:revision>1</cp:revision>
  <dcterms:created xsi:type="dcterms:W3CDTF">2026-04-15T13:45:13Z</dcterms:created>
  <dcterms:modified xsi:type="dcterms:W3CDTF">2026-04-15T13:45:13Z</dcterms:modified>
</cp:coreProperties>
</file>